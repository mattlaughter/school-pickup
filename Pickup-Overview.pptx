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picku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051560" cy="1051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66928" y="2606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66928" y="3611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09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Car-line dismissal, simplified.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66928" y="4206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pickup board for schools — tablets on the line, one screen in the gym, and every device in sync. No clipboards, no radios.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how to use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65976" y="1545336"/>
            <a:ext cx="5001768" cy="3163824"/>
          </a:xfrm>
          <a:prstGeom prst="roundRect">
            <a:avLst>
              <a:gd name="adj" fmla="val 2601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tmp/boar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892040" cy="3054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walks the car line entering hang-tag numbers. A TV in the building shows which students should walk out to which lane. A marshal at the curb taps kids off as they get in their cars — and every screen stays in step.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306324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33101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4472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977640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41248" y="461772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dismissal window it is built for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4314" y="306324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8634" y="331012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794" y="34472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0346" y="3977640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09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lanes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4618634" y="461772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independently, side by side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21701" y="306324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96021" y="331012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181" y="344728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7733" y="3977640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container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8396021" y="4617720"/>
            <a:ext cx="29544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your own network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214884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9536" y="246888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3347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44368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859536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line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9536" y="379476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each car’s hang tag on a tablet as it pulls in.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614" y="3246120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472788" y="214884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765396" y="2468880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988" y="263347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0228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0"/>
          <p:cNvSpPr/>
          <p:nvPr/>
        </p:nvSpPr>
        <p:spPr>
          <a:xfrm>
            <a:off x="4765396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shows the waves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765396" y="379476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walk out to the right lane, grouped into waves.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2473" y="3246120"/>
            <a:ext cx="292608" cy="29260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378647" y="2148840"/>
            <a:ext cx="3246120" cy="2514600"/>
          </a:xfrm>
          <a:prstGeom prst="roundRect">
            <a:avLst>
              <a:gd name="adj" fmla="val 3273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671255" y="2468880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5847" y="2633472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756087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A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5"/>
          <p:cNvSpPr/>
          <p:nvPr/>
        </p:nvSpPr>
        <p:spPr>
          <a:xfrm>
            <a:off x="8671255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cars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8671255" y="379476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marshal taps each child in; the car clears itself.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566928" y="50749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09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syncs to every screen in about a second — the walker tablets, the marshal’s device, and the gym TV always agree.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screens, one 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178308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0391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762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6192" y="2057400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Walker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1248" y="2697480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numeric keypad. Pick the lane, type a hang tag, press Enter. Unknown or duplicate tags are refused instantly.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178308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4760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20" y="21762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47992" y="2057400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53048" y="2697480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cars loading now with each child’s name. Tap each one as they get in; the car clears itself when everyone’s in.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6928" y="420624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46227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994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6192" y="4480560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Display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1248" y="5120640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board — two lanes, read-only, and built to never go blank. No login needed.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78728" y="4206240"/>
            <a:ext cx="5346040" cy="2103120"/>
          </a:xfrm>
          <a:prstGeom prst="roundRect">
            <a:avLst>
              <a:gd name="adj" fmla="val 347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4760" y="446227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920" y="45994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47992" y="4480560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553048" y="5120640"/>
            <a:ext cx="479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import, students, settings, branding, and backups — all behind a PIN.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Walker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12064" y="1728216"/>
            <a:ext cx="6144768" cy="3886200"/>
          </a:xfrm>
          <a:prstGeom prst="roundRect">
            <a:avLst>
              <a:gd name="adj" fmla="val 211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1" descr="/tmp/staff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6035040" cy="37764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03720" y="193852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08" y="2071116"/>
            <a:ext cx="265176" cy="2651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35240" y="192024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lane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Lane A or Lane B — whichever the car pulled into.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6903720" y="285292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08" y="2985516"/>
            <a:ext cx="265176" cy="2651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35240" y="283464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tag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hang-tag number on the on-screen keypad and press Enter.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6903720" y="376732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308" y="3899916"/>
            <a:ext cx="265176" cy="2651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35240" y="374904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tags and duplicates are rejected right away, with the reason.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6903720" y="468172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6308" y="4814316"/>
            <a:ext cx="265176" cy="26517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35240" y="466344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Offline-safe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Wi-Fi drops, entries are held on the device and sent when it reconnects.</a:t>
            </a:r>
            <a:endParaRPr lang="en-US" sz="1450" dirty="0"/>
          </a:p>
        </p:txBody>
      </p:sp>
      <p:sp>
        <p:nvSpPr>
          <p:cNvPr id="19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783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curb, the marshal works one lane and clears cars as kids climb in.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262432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756916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60604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who’s loading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cars in the loading group show each child’s name and their coloured waiting spot.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66928" y="353872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67131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52044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them in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each child as they get in. When the last sibling is in, the car releases itself and the queue advances.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66928" y="445312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585716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443484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whole wave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front row pulls away together, one tap on “Release all” clears the group and pulls the next wave forward.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09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ever touches the loading group — “Next Up” is always left alone.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board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12064" y="1773936"/>
            <a:ext cx="7059168" cy="4453128"/>
          </a:xfrm>
          <a:prstGeom prst="roundRect">
            <a:avLst>
              <a:gd name="adj" fmla="val 184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1" descr="/tmp/board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6949440" cy="4343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0" y="198424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88" y="2116836"/>
            <a:ext cx="265176" cy="2651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3920" y="1965960"/>
            <a:ext cx="3120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 at a glance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now, plus the next waves, side by side.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7772400" y="29900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3122676"/>
            <a:ext cx="265176" cy="2651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3920" y="2971800"/>
            <a:ext cx="3120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nothing and needs no login — safe on any screen.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7772400" y="399592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988" y="4128516"/>
            <a:ext cx="265176" cy="2651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03920" y="3977640"/>
            <a:ext cx="31208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goes blank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network drops it keeps showing the last list and reconnects on its own.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waiting spots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58368" y="2148840"/>
            <a:ext cx="914400" cy="91440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828800" y="2148840"/>
            <a:ext cx="914400" cy="9144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2880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2999232" y="2148840"/>
            <a:ext cx="914400" cy="914400"/>
          </a:xfrm>
          <a:prstGeom prst="ellipse">
            <a:avLst/>
          </a:prstGeom>
          <a:solidFill>
            <a:srgbClr val="F2DD57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99232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4169664" y="2148840"/>
            <a:ext cx="914400" cy="914400"/>
          </a:xfrm>
          <a:prstGeom prst="ellipse">
            <a:avLst/>
          </a:prstGeom>
          <a:solidFill>
            <a:srgbClr val="74A5DE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6966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5340096" y="2148840"/>
            <a:ext cx="914400" cy="914400"/>
          </a:xfrm>
          <a:prstGeom prst="ellipse">
            <a:avLst/>
          </a:prstGeom>
          <a:solidFill>
            <a:srgbClr val="CE8CE8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4009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8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6510528" y="2148840"/>
            <a:ext cx="914400" cy="914400"/>
          </a:xfrm>
          <a:prstGeom prst="ellipse">
            <a:avLst/>
          </a:prstGeom>
          <a:solidFill>
            <a:srgbClr val="D2453A"/>
          </a:solidFill>
          <a:ln w="12700">
            <a:solidFill>
              <a:srgbClr val="000000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1052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566928" y="36758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3808476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8448" y="365760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on your spot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in the loading group gets a coloured dot and stands on the matching painted spot on the ground.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566928" y="459028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4722876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457200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for everyone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shows its number, so colour-blind kids aren’t left guessing — spots 1 and 6 are green and red.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66928" y="550468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5637276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548640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Re-flows automatically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take consecutive spots, and numbers renumber from 1 as cars load and leave.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12064" y="1819656"/>
            <a:ext cx="6144768" cy="3886200"/>
          </a:xfrm>
          <a:prstGeom prst="roundRect">
            <a:avLst>
              <a:gd name="adj" fmla="val 2118"/>
            </a:avLst>
          </a:prstGeom>
          <a:solidFill>
            <a:srgbClr val="171E2B"/>
          </a:solidFill>
          <a:ln w="12700">
            <a:solidFill>
              <a:srgbClr val="2A33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1" descr="/tmp/boar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20"/>
            <a:ext cx="6035040" cy="3776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760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board in light mode — every colour is yours to set.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903720" y="198424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08" y="2116836"/>
            <a:ext cx="265176" cy="265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35240" y="196596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subtitle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title and the line beneath it to your school.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903720" y="294436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08" y="3076956"/>
            <a:ext cx="265176" cy="2651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35240" y="292608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 the staff app, the TV board, and the browser tab.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903720" y="390448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308" y="4037076"/>
            <a:ext cx="265176" cy="2651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35240" y="3886200"/>
            <a:ext cx="39895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scheme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school colours — light and dark, by swatch or hex code.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6903720" y="4892040"/>
            <a:ext cx="472104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09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all in Admin › Branding, and every screen updates live — no reload.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5024" y="512064"/>
            <a:ext cx="1021659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up, then forget it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828800"/>
            <a:ext cx="530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" y="230428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436876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286000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docker compose up; it answers on the server’s IP, port 8888.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66928" y="32186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35127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200400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once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admin PIN, import your roster, set your branding.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66928" y="4133088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265676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4114800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on your LAN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exposure — the design assumes a trusted building network.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324448" y="1828800"/>
            <a:ext cx="530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DAY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24448" y="2304288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036" y="2436876"/>
            <a:ext cx="265176" cy="2651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55968" y="2286000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really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clears itself at midnight; staff just open the app and go.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324448" y="3218688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036" y="3351276"/>
            <a:ext cx="265176" cy="2651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55968" y="3200400"/>
            <a:ext cx="456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it up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roster changes, download one .db file — it restores everything.</a:t>
            </a:r>
            <a:endParaRPr lang="en-US" sz="1450" dirty="0"/>
          </a:p>
        </p:txBody>
      </p:sp>
      <p:pic>
        <p:nvPicPr>
          <p:cNvPr id="22" name="Image 6" descr="/mnt/user-data/uploads/pickup/public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257800"/>
            <a:ext cx="822960" cy="8229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572768" y="5440680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— car-line dismissal, simplified.</a:t>
            </a:r>
            <a:endParaRPr lang="en-US" sz="2000" dirty="0"/>
          </a:p>
        </p:txBody>
      </p:sp>
      <p:sp>
        <p:nvSpPr>
          <p:cNvPr id="24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 ·  Introduction &amp; how to use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2026-08-13T18:50:47Z</dcterms:created>
  <dcterms:modified xsi:type="dcterms:W3CDTF">2026-08-13T18:50:47Z</dcterms:modified>
</cp:coreProperties>
</file>